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Supplier Evaluation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Framework for scoring hardware suppliers (Microsoft example)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Timelines</a:t>
            </a:r>
          </a:p>
        </p:txBody>
      </p:sp>
      <p:pic>
        <p:nvPicPr>
          <p:cNvPr id="3" name="Picture 2" descr="deliver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Comparison</a:t>
            </a:r>
          </a:p>
        </p:txBody>
      </p:sp>
      <p:pic>
        <p:nvPicPr>
          <p:cNvPr id="3" name="Picture 2" descr="co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Weighted Score</a:t>
            </a:r>
          </a:p>
        </p:txBody>
      </p:sp>
      <p:pic>
        <p:nvPicPr>
          <p:cNvPr id="3" name="Picture 2" descr="sco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Criteria &amp; Weightage for Quality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Criteria and Weightage:</a:t>
            </a:r>
          </a:p>
          <a:p>
            <a:pPr lvl="1"/>
            <a:r>
              <a:t>Quality: 40.0%</a:t>
            </a:r>
          </a:p>
          <a:p>
            <a:pPr lvl="1"/>
            <a:r>
              <a:t>Cost: 20.0%</a:t>
            </a:r>
          </a:p>
          <a:p>
            <a:pPr lvl="1"/>
            <a:r>
              <a:t>Delivery: 20.0%</a:t>
            </a:r>
          </a:p>
          <a:p>
            <a:pPr lvl="1"/>
            <a:r>
              <a:t>Reliability: 20.0%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Reliability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Reliability Index by Supplier:</a:t>
            </a:r>
          </a:p>
          <a:p>
            <a:pPr lvl="1"/>
            <a:r>
              <a:t>OEM_A: 95%</a:t>
            </a:r>
          </a:p>
          <a:p>
            <a:pPr lvl="1"/>
            <a:r>
              <a:t>OEM_B: 92%</a:t>
            </a:r>
          </a:p>
          <a:p>
            <a:pPr lvl="1"/>
            <a:r>
              <a:t>OEM_C: 90%</a:t>
            </a:r>
          </a:p>
          <a:p>
            <a:pPr lvl="1"/>
            <a:r>
              <a:t>OEM_D: 93%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