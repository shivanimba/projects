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Cost Optimization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Vendor Negotiation | Market Benchmarking | TCO Analysis | Cost-Saving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Objective: Optimize procurement costs while maintaining quality.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Scope: Hardware suppliers including OEMs.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Approach: Negotiation, Benchmarking, TCO Analysis, Strategic Savings.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Outcome: Achieved 15% cost reduction and improved supplier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Vendor Negotiation Scenario: Volume Discounts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Description of Volume Discounts: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Benefits: Cost reduction, risk mitigation.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Risks: Supplier lock-in, dependency.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Strategy: Align with long-term procurement goals.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Vendor Negotiation Scenario: Multi-Year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Description of Multi-Year Contracts: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Benefits: Cost reduction, risk mitigation.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Risks: Supplier lock-in, dependency.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Strategy: Align with long-term procurement goals.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Vendor Negotiation Scenario: Bundled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Description of Bundled Services: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Benefits: Cost reduction, risk mitigation.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Risks: Supplier lock-in, dependency.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Strategy: Align with long-term procurement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Vendor Negotiation Scenario: Performance-Based Incentives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Description of Performance-Based Incentives: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Benefits: Cost reduction, risk mitigation.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Risks: Supplier lock-in, dependency.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Strategy: Align with long-term procurement goals.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Market Benchmarking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Price comparison across OEMs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Quality certifications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Delivery performance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Warranty and support terms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Benchmarking Scores</a:t>
            </a:r>
          </a:p>
        </p:txBody>
      </p:sp>
      <p:pic>
        <p:nvPicPr>
          <p:cNvPr id="3" name="Picture 2" descr="benchma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TCO Analysis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Initial Purchase Cost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Maintenance and Support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Energy Consumption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End-of-Life Disposal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TCO Breakdown</a:t>
            </a:r>
          </a:p>
        </p:txBody>
      </p:sp>
      <p:pic>
        <p:nvPicPr>
          <p:cNvPr id="3" name="Picture 2" descr="tco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Cost Comparison</a:t>
            </a:r>
          </a:p>
        </p:txBody>
      </p:sp>
      <p:pic>
        <p:nvPicPr>
          <p:cNvPr id="3" name="Picture 2" descr="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172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Cost-Saving Strategies: Short-Term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Renegotiate contracts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Consolidate orders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Inventory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Cost-Saving Strategies: Long-Term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Strategic partnerships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Supplier development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Digital procurement platforms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0066CC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Focus on reliable suppliers with competitive TCO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Regular benchmarking updates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Integrate sustainability into procurement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