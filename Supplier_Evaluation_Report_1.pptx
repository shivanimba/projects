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83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3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9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3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2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0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7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3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71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80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8215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34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40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3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5FFDC5AA-CB96-6B84-C242-18AD86A501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456753879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1" imgH="391" progId="TCLayout.ActiveDocument.1">
                  <p:embed/>
                </p:oleObj>
              </mc:Choice>
              <mc:Fallback>
                <p:oleObj name="think-cell Slide" r:id="rId20" imgW="391" imgH="391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DC5AA-CB96-6B84-C242-18AD86A501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6184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eedometer">
            <a:extLst>
              <a:ext uri="{FF2B5EF4-FFF2-40B4-BE49-F238E27FC236}">
                <a16:creationId xmlns:a16="http://schemas.microsoft.com/office/drawing/2014/main" id="{5929D7C1-BABA-72B1-1298-AF2DA45B02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8626" r="8373"/>
          <a:stretch>
            <a:fillRect/>
          </a:stretch>
        </p:blipFill>
        <p:spPr>
          <a:xfrm>
            <a:off x="1521620" y="10"/>
            <a:ext cx="9143999" cy="6857990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7D4F1B3-D378-EF7A-F8BD-04AF89A4B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9186689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1" imgH="391" progId="TCLayout.ActiveDocument.1">
                  <p:embed/>
                </p:oleObj>
              </mc:Choice>
              <mc:Fallback>
                <p:oleObj name="think-cell Slide" r:id="rId4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D4F1B3-D378-EF7A-F8BD-04AF89A4B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7159" y="685800"/>
            <a:ext cx="6000750" cy="2971801"/>
          </a:xfrm>
        </p:spPr>
        <p:txBody>
          <a:bodyPr vert="horz">
            <a:normAutofit/>
          </a:bodyPr>
          <a:lstStyle/>
          <a:p>
            <a:r>
              <a:t>Supplier Evaluation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7160" y="3843868"/>
            <a:ext cx="5073825" cy="1947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Framework for scoring hardware suppliers (Microsoft example)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2B9964F-DAFB-7DC1-6B77-38FC899375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914242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B9964F-DAFB-7DC1-6B77-38FC89937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87" y="-275168"/>
            <a:ext cx="8534400" cy="1507067"/>
          </a:xfrm>
        </p:spPr>
        <p:txBody>
          <a:bodyPr vert="horz"/>
          <a:lstStyle/>
          <a:p>
            <a:r>
              <a:rPr dirty="0"/>
              <a:t>Delivery Timelines</a:t>
            </a:r>
          </a:p>
        </p:txBody>
      </p:sp>
      <p:pic>
        <p:nvPicPr>
          <p:cNvPr id="3" name="Picture 2" descr="delivery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371600"/>
            <a:ext cx="8153401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ADD8FA5-1E25-EACA-E4CD-96DBA6E0DC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166838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DD8FA5-1E25-EACA-E4CD-96DBA6E0D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cost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237" y="1562100"/>
            <a:ext cx="8391526" cy="46291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225A4C0-9894-17FB-7AFA-9F3DC2960AEB}"/>
              </a:ext>
            </a:extLst>
          </p:cNvPr>
          <p:cNvSpPr txBox="1">
            <a:spLocks/>
          </p:cNvSpPr>
          <p:nvPr/>
        </p:nvSpPr>
        <p:spPr>
          <a:xfrm>
            <a:off x="141287" y="-275168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Cost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EBCF648-D56D-36D8-EB8F-0E49B6B93A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2762336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BCF648-D56D-36D8-EB8F-0E49B6B93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score_chart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250" y="1203324"/>
            <a:ext cx="7829550" cy="52197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9897C1D-8A9B-DB34-41CF-C1536D27C722}"/>
              </a:ext>
            </a:extLst>
          </p:cNvPr>
          <p:cNvSpPr txBox="1">
            <a:spLocks/>
          </p:cNvSpPr>
          <p:nvPr/>
        </p:nvSpPr>
        <p:spPr>
          <a:xfrm>
            <a:off x="141287" y="-275168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Overall Weighted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AFD0E4D-347B-1909-3948-99164B7B9B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7598892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FD0E4D-347B-1909-3948-99164B7B9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77584"/>
              </p:ext>
            </p:extLst>
          </p:nvPr>
        </p:nvGraphicFramePr>
        <p:xfrm>
          <a:off x="1085850" y="1828800"/>
          <a:ext cx="98869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074B59E-FBAF-71AC-ADF8-48830DAD3766}"/>
              </a:ext>
            </a:extLst>
          </p:cNvPr>
          <p:cNvSpPr txBox="1">
            <a:spLocks/>
          </p:cNvSpPr>
          <p:nvPr/>
        </p:nvSpPr>
        <p:spPr>
          <a:xfrm>
            <a:off x="141286" y="-275168"/>
            <a:ext cx="11364913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Criteria and Weightage for Quality Scoring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B7A63F2-676E-3005-B0AD-6209D7152A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0060719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7A63F2-676E-3005-B0AD-6209D7152A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9095" y="1530350"/>
            <a:ext cx="1144111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Reliability Index (0-100):</a:t>
            </a:r>
          </a:p>
          <a:p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OEM_A: 92</a:t>
            </a:r>
          </a:p>
          <a:p>
            <a:pPr lvl="1"/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OEM_B: 95</a:t>
            </a:r>
          </a:p>
          <a:p>
            <a:pPr lvl="1"/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OEM_C: 88</a:t>
            </a:r>
          </a:p>
          <a:p>
            <a:pPr lvl="1"/>
            <a:r>
              <a:rPr sz="3500" dirty="0">
                <a:latin typeface="Arial" panose="020B0604020202020204" pitchFamily="34" charset="0"/>
                <a:cs typeface="Arial" panose="020B0604020202020204" pitchFamily="34" charset="0"/>
              </a:rPr>
              <a:t>OEM_D: 90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8EFA9-8AD0-7135-EB9A-1D2590855B19}"/>
              </a:ext>
            </a:extLst>
          </p:cNvPr>
          <p:cNvSpPr txBox="1">
            <a:spLocks/>
          </p:cNvSpPr>
          <p:nvPr/>
        </p:nvSpPr>
        <p:spPr>
          <a:xfrm>
            <a:off x="141286" y="-275168"/>
            <a:ext cx="11364913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Vendor Reliability Index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63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 3</vt:lpstr>
      <vt:lpstr>Slice</vt:lpstr>
      <vt:lpstr>think-cell Slide</vt:lpstr>
      <vt:lpstr>Supplier Evaluation Dashboard</vt:lpstr>
      <vt:lpstr>Delivery Timelines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Jain, Mayank</dc:creator>
  <cp:keywords/>
  <dc:description>generated using python-pptx</dc:description>
  <cp:lastModifiedBy>Jain, Mayank</cp:lastModifiedBy>
  <cp:revision>2</cp:revision>
  <dcterms:created xsi:type="dcterms:W3CDTF">2013-01-27T09:14:16Z</dcterms:created>
  <dcterms:modified xsi:type="dcterms:W3CDTF">2025-11-30T03:56:08Z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67e522-0091-4d88-9989-f382df9eb3cc_Enabled">
    <vt:lpwstr>true</vt:lpwstr>
  </property>
  <property fmtid="{D5CDD505-2E9C-101B-9397-08002B2CF9AE}" pid="3" name="MSIP_Label_6267e522-0091-4d88-9989-f382df9eb3cc_SetDate">
    <vt:lpwstr>2025-11-30T03:56:04Z</vt:lpwstr>
  </property>
  <property fmtid="{D5CDD505-2E9C-101B-9397-08002B2CF9AE}" pid="4" name="MSIP_Label_6267e522-0091-4d88-9989-f382df9eb3cc_Method">
    <vt:lpwstr>Privileged</vt:lpwstr>
  </property>
  <property fmtid="{D5CDD505-2E9C-101B-9397-08002B2CF9AE}" pid="5" name="MSIP_Label_6267e522-0091-4d88-9989-f382df9eb3cc_Name">
    <vt:lpwstr>General</vt:lpwstr>
  </property>
  <property fmtid="{D5CDD505-2E9C-101B-9397-08002B2CF9AE}" pid="6" name="MSIP_Label_6267e522-0091-4d88-9989-f382df9eb3cc_SiteId">
    <vt:lpwstr>8f3e36ea-8039-4b40-81a7-7dc0599e8645</vt:lpwstr>
  </property>
  <property fmtid="{D5CDD505-2E9C-101B-9397-08002B2CF9AE}" pid="7" name="MSIP_Label_6267e522-0091-4d88-9989-f382df9eb3cc_ActionId">
    <vt:lpwstr>7b5b461f-0a83-4a99-951b-1bae3e8d2a21</vt:lpwstr>
  </property>
  <property fmtid="{D5CDD505-2E9C-101B-9397-08002B2CF9AE}" pid="8" name="MSIP_Label_6267e522-0091-4d88-9989-f382df9eb3cc_ContentBits">
    <vt:lpwstr>0</vt:lpwstr>
  </property>
  <property fmtid="{D5CDD505-2E9C-101B-9397-08002B2CF9AE}" pid="9" name="MSIP_Label_6267e522-0091-4d88-9989-f382df9eb3cc_Tag">
    <vt:lpwstr>10, 0, 1, 1</vt:lpwstr>
  </property>
</Properties>
</file>